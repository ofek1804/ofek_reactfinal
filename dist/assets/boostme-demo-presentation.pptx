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e31b48027943f0" /><Relationship Type="http://schemas.openxmlformats.org/officeDocument/2006/relationships/extended-properties" Target="/docProps/app.xml" Id="R02063efc43094e86" /><Relationship Type="http://schemas.openxmlformats.org/officeDocument/2006/relationships/officeDocument" Target="/ppt/presentation.xml" Id="R3defb73a793841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bb34b46f143e3"/>
  </p:sldMasterIdLst>
  <p:notesMasterIdLst>
    <p:notesMasterId xmlns:r="http://schemas.openxmlformats.org/officeDocument/2006/relationships" r:id="R53530d539fea4c12"/>
  </p:notesMasterIdLst>
  <p:sldIdLst>
    <p:sldId xmlns:r="http://schemas.openxmlformats.org/officeDocument/2006/relationships" id="256" r:id="R6eab7fc721474876"/>
    <p:sldId xmlns:r="http://schemas.openxmlformats.org/officeDocument/2006/relationships" id="257" r:id="R4ace8dfdc4b54409"/>
    <p:sldId xmlns:r="http://schemas.openxmlformats.org/officeDocument/2006/relationships" id="258" r:id="Re94ba7a4318847f4"/>
    <p:sldId xmlns:r="http://schemas.openxmlformats.org/officeDocument/2006/relationships" id="259" r:id="Rb3f12bc64d4944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069a5318248db" /><Relationship Type="http://schemas.openxmlformats.org/officeDocument/2006/relationships/slideMaster" Target="/ppt/slideMasters/slideMaster1.xml" Id="Re69bb34b46f143e3" /><Relationship Type="http://schemas.openxmlformats.org/officeDocument/2006/relationships/notesMaster" Target="/ppt/notesMasters/notesMaster1.xml" Id="R53530d539fea4c12" /><Relationship Type="http://schemas.openxmlformats.org/officeDocument/2006/relationships/presProps" Target="/ppt/presProps.xml" Id="R499fa7416f9b4de6" /><Relationship Type="http://schemas.openxmlformats.org/officeDocument/2006/relationships/tableStyles" Target="/ppt/tableStyles.xml" Id="R635686f4a5cf42d8" /><Relationship Type="http://schemas.openxmlformats.org/officeDocument/2006/relationships/slide" Target="/ppt/slides/slide1.xml" Id="R6eab7fc721474876" /><Relationship Type="http://schemas.openxmlformats.org/officeDocument/2006/relationships/slide" Target="/ppt/slides/slide2.xml" Id="R4ace8dfdc4b54409" /><Relationship Type="http://schemas.openxmlformats.org/officeDocument/2006/relationships/slide" Target="/ppt/slides/slide3.xml" Id="Re94ba7a4318847f4" /><Relationship Type="http://schemas.openxmlformats.org/officeDocument/2006/relationships/slide" Target="/ppt/slides/slide4.xml" Id="Rb3f12bc64d4944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dfa76de4304e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e326fedf3a47cc" /><Relationship Type="http://schemas.openxmlformats.org/officeDocument/2006/relationships/notesMaster" Target="/ppt/notesMasters/notesMaster1.xml" Id="R0b1fd2e293b541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202fa6cd54499f" /><Relationship Type="http://schemas.openxmlformats.org/officeDocument/2006/relationships/notesMaster" Target="/ppt/notesMasters/notesMaster1.xml" Id="R0d3cb107ab8143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180f306c04db0" /><Relationship Type="http://schemas.openxmlformats.org/officeDocument/2006/relationships/notesMaster" Target="/ppt/notesMasters/notesMaster1.xml" Id="Rd36a8872cb094f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d574d7a5d64c3e" /><Relationship Type="http://schemas.openxmlformats.org/officeDocument/2006/relationships/notesMaster" Target="/ppt/notesMasters/notesMaster1.xml" Id="R06986e59b084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e4546b713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5ea7b45e0946ef" /><Relationship Type="http://schemas.openxmlformats.org/officeDocument/2006/relationships/slideLayout" Target="/ppt/slideLayouts/slideLayout1.xml" Id="R5a721b15426843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721b15426843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170733b0c439b" /><Relationship Type="http://schemas.openxmlformats.org/officeDocument/2006/relationships/notesSlide" Target="/ppt/notesSlides/notesSlide1.xml" Id="R4c7580c8f05b4d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29150c0d44bec" /><Relationship Type="http://schemas.openxmlformats.org/officeDocument/2006/relationships/notesSlide" Target="/ppt/notesSlides/notesSlide2.xml" Id="Rd014f664fdc9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9ddd1fc274ab7" /><Relationship Type="http://schemas.openxmlformats.org/officeDocument/2006/relationships/notesSlide" Target="/ppt/notesSlides/notesSlide3.xml" Id="R20259d3809b1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de665e5044bf6" /><Relationship Type="http://schemas.openxmlformats.org/officeDocument/2006/relationships/notesSlide" Target="/ppt/notesSlides/notesSlide4.xml" Id="R7105b89250ee4a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FB88A-8ACE-4A1B-B788-B237D97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5"/>
          </a:solidFill>
          <a:ln xmlns:a="http://schemas.openxmlformats.org/drawingml/2006/main" w="0">
            <a:solidFill>
              <a:srgbClr val="2D7D75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8E4AF5-7AC6-4A7D-B357-B6D6118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020618"/>
                </a:solidFill>
              </a:defRPr>
            </a:pPr>
            <a:r>
              <a:rPr sz="3750" b="1">
                <a:solidFill>
                  <a:srgbClr val="020618"/>
                </a:solidFill>
              </a:rPr>
              <a:t>BoostMe מחזק ביטחון מקצועי דרך משימות קצרות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77E0D1-9A43-4606-99B8-2299D85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45556C"/>
                </a:solidFill>
              </a:defRPr>
            </a:pPr>
            <a:r>
              <a:rPr sz="2100" b="0">
                <a:solidFill>
                  <a:srgbClr val="45556C"/>
                </a:solidFill>
              </a:rPr>
              <a:t>מצגת דמו למשימת “מצגת משכנעת”</a:t>
            </a:r>
          </a:p>
        </p:txBody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2DBB0A02-588A-46DB-B14F-692E775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BoostMe | 1/4</a:t>
            </a:r>
          </a:p>
        </p:txBody>
      </p:sp>
    </p:spTree>
    <p:extLst>
      <p:ext uri="{BB962C8B-B14F-4D97-AF65-F5344CB8AC3E}">
        <p14:creationId xmlns:p14="http://schemas.microsoft.com/office/powerpoint/2010/main" val="883931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A2FB2-BBAA-422E-A4BF-247E9A23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8E8"/>
          </a:solidFill>
          <a:ln xmlns:a="http://schemas.openxmlformats.org/drawingml/2006/main" w="0">
            <a:solidFill>
              <a:srgbClr val="6658E8"/>
            </a:solidFill>
            <a:prstDash val="solid"/>
          </a:ln>
        </p:spPr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0C78167E-55A5-4795-88B6-8F4BB672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הבעיה: קשה להפוך ביטחון מקצועי להרגל יומי</a:t>
            </a:r>
          </a:p>
        </p:txBody>
      </p:sp>
      <p:sp>
        <p:nvSpPr>
          <p:cNvPr id="3" name="bullet-210-0">
            <a:extLst xmlns:a="http://schemas.openxmlformats.org/drawingml/2006/main">
              <a:ext uri="{FF2B5EF4-FFF2-40B4-BE49-F238E27FC236}">
                <a16:creationId xmlns:a16="http://schemas.microsoft.com/office/drawing/2014/main" id="{14F0CA16-EEB2-484B-BE7F-BF6A8906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משתמשים יודעים מה הם רוצים לשפר, אבל לא תמיד יודעים מה לעשות היום.</a:t>
            </a:r>
          </a:p>
        </p:txBody>
      </p:sp>
      <p:sp>
        <p:nvSpPr>
          <p:cNvPr id="4" name="bullet-210-1">
            <a:extLst xmlns:a="http://schemas.openxmlformats.org/drawingml/2006/main">
              <a:ext uri="{FF2B5EF4-FFF2-40B4-BE49-F238E27FC236}">
                <a16:creationId xmlns:a16="http://schemas.microsoft.com/office/drawing/2014/main" id="{8305BBEC-0E71-4012-88BA-EC87BD00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קורסים ארוכים דורשים זמן וריכוז שקשה לשמר לאורך זמן.</a:t>
            </a:r>
          </a:p>
        </p:txBody>
      </p:sp>
      <p:sp>
        <p:nvSpPr>
          <p:cNvPr id="5" name="bullet-210-2">
            <a:extLst xmlns:a="http://schemas.openxmlformats.org/drawingml/2006/main">
              <a:ext uri="{FF2B5EF4-FFF2-40B4-BE49-F238E27FC236}">
                <a16:creationId xmlns:a16="http://schemas.microsoft.com/office/drawing/2014/main" id="{DEEF61DE-7019-443A-9655-44AB13E0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בלי תיעוד והתקדמות ברורה, קשה לראות שינוי אמיתי.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7EF8F3FA-511C-4E39-A55B-2ED336E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BoostMe | 2/4</a:t>
            </a:r>
          </a:p>
        </p:txBody>
      </p:sp>
    </p:spTree>
    <p:extLst>
      <p:ext uri="{BB962C8B-B14F-4D97-AF65-F5344CB8AC3E}">
        <p14:creationId xmlns:p14="http://schemas.microsoft.com/office/powerpoint/2010/main" val="1364496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4789C-E794-48BB-8F2B-6938EBFA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D75"/>
          </a:solidFill>
          <a:ln xmlns:a="http://schemas.openxmlformats.org/drawingml/2006/main" w="0">
            <a:solidFill>
              <a:srgbClr val="2D7D75"/>
            </a:solidFill>
            <a:prstDash val="solid"/>
          </a:ln>
        </p:spPr>
      </p:sp>
      <p:sp>
        <p:nvSpPr>
          <p:cNvPr id="2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ADDAD5C5-4AD2-4D2D-A48C-0B42A183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הפתרון: משימה קטנה, תוצר ברור, התקדמות גלויה</a:t>
            </a:r>
          </a:p>
        </p:txBody>
      </p:sp>
      <p:sp>
        <p:nvSpPr>
          <p:cNvPr id="3" name="bullet-210-0">
            <a:extLst xmlns:a="http://schemas.openxmlformats.org/drawingml/2006/main">
              <a:ext uri="{FF2B5EF4-FFF2-40B4-BE49-F238E27FC236}">
                <a16:creationId xmlns:a16="http://schemas.microsoft.com/office/drawing/2014/main" id="{56FC188B-B406-40CE-8275-C874797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כל אתגר מתורגם לפעולה קצרה וברורה.</a:t>
            </a:r>
          </a:p>
        </p:txBody>
      </p:sp>
      <p:sp>
        <p:nvSpPr>
          <p:cNvPr id="4" name="bullet-210-1">
            <a:extLst xmlns:a="http://schemas.openxmlformats.org/drawingml/2006/main">
              <a:ext uri="{FF2B5EF4-FFF2-40B4-BE49-F238E27FC236}">
                <a16:creationId xmlns:a16="http://schemas.microsoft.com/office/drawing/2014/main" id="{5FDD29B2-A87D-49A8-97CF-D94B6951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כאשר נדרש תוצר, המשתמש מצרף קישור או תיאור לפני סימון השלמה.</a:t>
            </a:r>
          </a:p>
        </p:txBody>
      </p:sp>
      <p:sp>
        <p:nvSpPr>
          <p:cNvPr id="5" name="bullet-210-2">
            <a:extLst xmlns:a="http://schemas.openxmlformats.org/drawingml/2006/main">
              <a:ext uri="{FF2B5EF4-FFF2-40B4-BE49-F238E27FC236}">
                <a16:creationId xmlns:a16="http://schemas.microsoft.com/office/drawing/2014/main" id="{6432946A-652F-4AD6-8CFB-DC74BB10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כאשר זו פעולה עצמית, המשתמש מקבל הנחיה קצרה ומסמן ביצוע.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4A3BC272-7AD3-426F-9057-C01DD84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BoostMe | 3/4</a:t>
            </a:r>
          </a:p>
        </p:txBody>
      </p:sp>
    </p:spTree>
    <p:extLst>
      <p:ext uri="{BB962C8B-B14F-4D97-AF65-F5344CB8AC3E}">
        <p14:creationId xmlns:p14="http://schemas.microsoft.com/office/powerpoint/2010/main" val="232578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89098-7DF2-4C87-A3B7-A28665A9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66"/>
          </a:solidFill>
          <a:ln xmlns:a="http://schemas.openxmlformats.org/drawingml/2006/main" w="0">
            <a:solidFill>
              <a:srgbClr val="F4B566"/>
            </a:solidFill>
            <a:prstDash val="solid"/>
          </a:ln>
        </p:spPr>
      </p:sp>
      <p:sp>
        <p:nvSpPr>
          <p:cNvPr id="2" name="next-title">
            <a:extLst xmlns:a="http://schemas.openxmlformats.org/drawingml/2006/main">
              <a:ext uri="{FF2B5EF4-FFF2-40B4-BE49-F238E27FC236}">
                <a16:creationId xmlns:a16="http://schemas.microsoft.com/office/drawing/2014/main" id="{53A55C88-8F00-436B-95CE-CEC91CE7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הצעד הבא: לבדוק את הזרימה מקצה לקצה</a:t>
            </a:r>
          </a:p>
        </p:txBody>
      </p:sp>
      <p:sp>
        <p:nvSpPr>
          <p:cNvPr id="3" name="bullet-220-0">
            <a:extLst xmlns:a="http://schemas.openxmlformats.org/drawingml/2006/main">
              <a:ext uri="{FF2B5EF4-FFF2-40B4-BE49-F238E27FC236}">
                <a16:creationId xmlns:a16="http://schemas.microsoft.com/office/drawing/2014/main" id="{71E54EEA-2CBF-4BFE-AE49-9AF1D02A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להיכנס עם משתמש בדיקה רגיל.</a:t>
            </a:r>
          </a:p>
        </p:txBody>
      </p:sp>
      <p:sp>
        <p:nvSpPr>
          <p:cNvPr id="4" name="bullet-220-1">
            <a:extLst xmlns:a="http://schemas.openxmlformats.org/drawingml/2006/main">
              <a:ext uri="{FF2B5EF4-FFF2-40B4-BE49-F238E27FC236}">
                <a16:creationId xmlns:a16="http://schemas.microsoft.com/office/drawing/2014/main" id="{9EB7A447-746A-4E2B-B09D-D6EEFE89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לצרף את קובץ המצגת למשימת “מצגת משכנעת”.</a:t>
            </a:r>
          </a:p>
        </p:txBody>
      </p:sp>
      <p:sp>
        <p:nvSpPr>
          <p:cNvPr id="5" name="bullet-220-2">
            <a:extLst xmlns:a="http://schemas.openxmlformats.org/drawingml/2006/main">
              <a:ext uri="{FF2B5EF4-FFF2-40B4-BE49-F238E27FC236}">
                <a16:creationId xmlns:a16="http://schemas.microsoft.com/office/drawing/2014/main" id="{7C590B05-32E5-4E21-BA08-B54B735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• לסמן את המשימה כהושלמה ולבדוק התקדמות בדאשבורד.</a:t>
            </a:r>
          </a:p>
        </p:txBody>
      </p: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5FAE85C5-EA82-4CDF-9DEE-B2A951F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BoostMe | 4/4</a:t>
            </a:r>
          </a:p>
        </p:txBody>
      </p:sp>
    </p:spTree>
    <p:extLst>
      <p:ext uri="{BB962C8B-B14F-4D97-AF65-F5344CB8AC3E}">
        <p14:creationId xmlns:p14="http://schemas.microsoft.com/office/powerpoint/2010/main" val="869927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2026-08-12T13:22:37.5950000Z</dcterms:created>
  <dcterms:modified xsi:type="dcterms:W3CDTF">2026-08-12T13:22:37.5950000Z</dcterms:modified>
</coreProperties>
</file>